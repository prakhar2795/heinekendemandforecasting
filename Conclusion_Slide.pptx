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2342"/>
          </a:solidFill>
          <a:ln w="12700">
            <a:solidFill>
              <a:srgbClr val="1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HEINEKEN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2560320" cy="2743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MAPE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(8-week horizon)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860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lift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promotions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703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baseline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B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(beaten)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182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71323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713232"/>
            <a:ext cx="2606040" cy="6400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850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11880" y="1188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addressed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15179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missing values imputed per group (bfill + group mean). ~1% outliers retained as valid promo-driven spikes.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63640" y="71323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713232"/>
            <a:ext cx="2606040" cy="6400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850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11887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drive demand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15179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Desperados shows +14% weekly lift during promotions. Including the future promotion calendar in the model is essential.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0" y="277063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2770632"/>
            <a:ext cx="2606040" cy="6400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11880" y="3246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performs best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35753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~13% vs ~19% naïve baseline. Lag features (8–52w) and rolling means are top predictors. Linear relationship holds well.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63640" y="2770632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770632"/>
            <a:ext cx="2606040" cy="6400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3246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forecast is actionable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57530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±1–2 pallet accuracy enables planners to set safety stock buffers. Hardest: Desperados (volatile). Easiest: Heineken Regular.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0" y="4498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53712" y="4480560"/>
            <a:ext cx="1298448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4480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holiday calendar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925312" y="4480560"/>
            <a:ext cx="1298448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5312" y="4480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forecasts → safety stock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296912" y="4480560"/>
            <a:ext cx="1298448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96912" y="4480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all SKUs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668512" y="4480560"/>
            <a:ext cx="1298448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8512" y="4480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Heineken — Data Science Technical Assignment  |  Prakhar Acharya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Heineken Demand Forecasting — Conclusion</dc:title>
  <dc:subject>PptxGenJS Presentation</dc:subject>
  <dc:creator>PptxGenJS</dc:creator>
  <cp:lastModifiedBy>PptxGenJS</cp:lastModifiedBy>
  <cp:revision>1</cp:revision>
  <dcterms:created xsi:type="dcterms:W3CDTF">2026-05-29T05:58:30Z</dcterms:created>
  <dcterms:modified xsi:type="dcterms:W3CDTF">2026-05-29T05:58:30Z</dcterms:modified>
</cp:coreProperties>
</file>